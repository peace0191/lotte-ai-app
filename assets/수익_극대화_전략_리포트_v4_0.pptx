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D4AF37"/>
                </a:solidFill>
              </a:defRPr>
            </a:pPr>
            <a:r>
              <a:t>💰 롯데 부동산 AI v4.0 수익 극대화 전략 리포트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&gt; **일자:** 2026-02-04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1. 개요: 정보의 가치를 수익으로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부동산 중개업의 수익은 '정보의 비대칭성'과 '속도'에서 나옵니다.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v4.0은 AI 매칭 시그널을 통해 정보의 가치를 높이고, 다양한 매체를 활용해 잠재 고객을 자동으로 끌어들이는 수익 모델을 제시합니다.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데이터 기반의 정보 비대칭성 해소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실시간 매칭을 통한 거래 속도 극대화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자동화된 마케팅 파이프라인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2.1 유튜브 &amp; 숏츠 (Viral Funnel)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E6E6E6"/>
                </a:solidFill>
              </a:defRPr>
            </a:pPr>
            <a:r>
              <a:t>전략: AI가 매일 아침 '당일의 매칭 시그널 TOP 1' 매물을 추출하여 숏츠 영상을 자동 생성.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수익화: 영상 하단에 상담 링크를 배치하여 'VIP 유료 상담'으로 유도.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실행: 매칭 확률 90% 이상인 매물 발생 시 "긴급! 대치동 매칭 신호 발생" 타이틀로 배포.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기대효과: 낮은 비용으로 대량의 잠재 고객(Lead) 확보.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2.2 네이버 부동산 광고 (Targeted Exposure)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E6E6E6"/>
                </a:solidFill>
              </a:defRPr>
            </a:pPr>
            <a:r>
              <a:t>전략: 기존의 단순한 매물을 넘어 "AI 매칭 시스템 가동 중" 문구 삽입으로 CTR 향상.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수익화: 인입된 고객에게 'AI 저평가/매칭 상세 리포트'를 제공하며 전속 중개 계약 체결 유도.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차별화: 단순 나열식 광고가 아닌 '데이터 분석 결과'를 강조하여 신뢰 구축.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2.3 인스타그램/카카오톡 (Retention)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E6E6E6"/>
                </a:solidFill>
              </a:defRPr>
            </a:pPr>
            <a:r>
              <a:t>전략: 관심 단지를 설정한 고객에게 매칭 시그널 발생 시 카카오 알림톡 자동 발송.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수익화: '매칭 알림 멤버십' (월 구독 형태) 도입 가능성 검토.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리텐션: 한 번 방문한 고객이 지속적으로 정보를 받게 하여 이탈 방지.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3. 세부 수익 모델 (Monetization Models)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| 모델명 | 상세 내용 | 예상 수익원 |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| :--| :--| :--|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| 프리미엄 매칭 리포트 | 특정 매물에 대한 초정밀 AI 가치 평가서 제공 | 건당 5.5만~11만원 |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| 매칭 계약 우선권 | 매칭 시그널 발생 시 유료 회원에게 1시간 먼저 공개 | 월 구독료 3.3만원 |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| 기업형 매칭 솔루션 | 대형 투자 법인 대상 빌딩/상가 매칭 시그널 제공 | 연간 계약 및 성공 보수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4. 자동화 로직을 통한 비용 절감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E6E6E6"/>
                </a:solidFill>
              </a:defRPr>
            </a:pPr>
            <a:r>
              <a:t>인건비 절감: AI가 1차 상담(매칭 설명)을 수행하여 상담원의 상담 시간을 50% 단축.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마케팅비 최적화: 매칭 확률이 낮은 매물에는 광고비를 줄이고, 시그널이 뜬 매물에 집중 투자하여 ROI 극대화.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스케일업: 인력 충원 없이도 관리 가능한 매물 및 고객 수 대폭 증가.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4AF37"/>
                </a:solidFill>
              </a:defRPr>
            </a:pPr>
            <a:r>
              <a:t>5. 결론: "매칭 시그널이 곧 매출입니다"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 b="1">
                <a:solidFill>
                  <a:srgbClr val="E6E6E6"/>
                </a:solidFill>
              </a:defRPr>
            </a:pPr>
            <a:r>
              <a:t>v4.0 시스템은 단순한 앱을 넘어 '24시간 쉬지 않는 디지털 영업사원'입니다.</a:t>
            </a:r>
          </a:p>
          <a:p>
            <a:pPr>
              <a:defRPr sz="1800" b="1">
                <a:solidFill>
                  <a:srgbClr val="E6E6E6"/>
                </a:solidFill>
              </a:defRPr>
            </a:pPr>
            <a:r>
              <a:t>AI가 찾아낸 매칭 시그널을 다양한 매체로 확산시키고, 이를 통해 확보된 가수요를 실계약으로 전환하는 시스템을 완성했습니다.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시장 선점을 위한 AI 영업 파이프라인 구축 완료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대치동 부동산 시장의 디지털 트랜스포메이션 선도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