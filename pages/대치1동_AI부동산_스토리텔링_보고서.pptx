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D4AF37"/>
                </a:solidFill>
              </a:defRPr>
            </a:pPr>
            <a:r>
              <a:t>스토리텔링 보고서 대치1동 AI 부동산 시스템 v3.6 Premium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**- 25년 전문성과 최첨단 AI 기술의 만남 -**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프로젝트 타이틀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대치1동 AI 부동산: 중개의 미래를 열다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부제: CEO 나노 바나나가 제안하는 데이터 기반 초정밀 부동산 솔루션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작성: 롯데타워앤강남빌딩부동산중개(주) AI 개발팀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CEO 인사말 및 비전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"경험에 데이터를 더해 신뢰를 완성합니다."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25년간 대치동 현장에서 쌓은 노하우를 AI 알고리즘으로 체계화.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단순 정보 전달을 넘어 '가치'를 판단하는 중개 비즈니스 모델로의 전환.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시장의 배경: 대한민국 교육 1번지, 대치1동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왜 대치1동인가?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국내 유일의 국지적 특수 시장 (학군 수요에 의한 거래 폭발).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학년기 자녀를 둔 학부모들의 초정밀 정보 요구 (학교 거리, 학원가 동선 등).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현대 부동산 시장의 문제점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"과거의 데이터는 더 이상 미래를 보장하지 않습니다."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급변하는 정책과 금리, 그리고 학군 배정 시기에 따른 가격 변동성 극대화.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기존의 정적인 정보 플랫폼으로는 '지금 이 순간'의 최적 매물을 찾기 어려움.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프로젝트 목표: v3.6 Premium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"24시간 잠들지 않는 초정밀 AI 영업 시스템"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전국의 매물을 나열하는 것이 아닌, 대치1동에 특화된 초정밀 큐레이션 제공.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실시간 데이터 학습을 통한 가격 예측의 정합성 확보.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핵심 기능 1: AI 부동산 특성 대시보드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대치1동만의 4대 핵심 가치 시각화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학군 배정: 단지별 학교 배정 정보 및 실제 통학 시간 분석.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타이밍: 입학 시즌 전 매물 수급 현황 모니터링.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주력 상품: 래대팰, SK뷰 등 지역 랜드마크 데이터 집중 관리.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전문성: 25년 현장 데이터를 반영한 점수화 시스템.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핵심 기능 2: 24시간 AI 상담 챗봇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"기다림 없는 전문가 상담"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67개 이상의 전문 FAQ를 학습한 전용 엔진.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왜 저렴한지(할인 분석), 등기부 문제는 없는지(권리 분석) 등 민감 질문 즉각 대응.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핵심 기능 3: ML 기반 가격 분석 (저평가 매물)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"데이터가 찾아내는 숨은 진주"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머신러닝(ML) 점수를 통해 실거래가 대비 현재 호가의 저평가 수준 분석.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'HOT', 'PREMIUM' 배지를 통한 직관적인 우량 매물 분류.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기술적 우위 1: Drift 감지 시스템 (v3.2)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"변화하는 시장에 스스로 적응하는 AI"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Data Drift: 학원가 이동 등 시장 환경 변화 감지.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Concept Drift: 고객의 선호 평형 변화 및 트렌드 변화 실시간 모니터링.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기술적 우위 2: 자율 재학습 파이프라인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"매일 새벽, AI는 다시 공부합니다."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Airflow: 데이터 수집부터 모델 배포까지의 전 과정 자동화(DAG).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MLflow: 학습 결과의 실험 기록 및 최적 모델 자동 승격 시스템.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데이터 파이프라인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"신뢰할 수 있는 데이터의 힘"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국토부 실거래가 데이터 + 네이버 부동산 호가 데이터 + 현장 학군 정보 결합.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중복 매물 제거 및 이상치 필터링을 통한 정제된 데이터 활용.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사용자 인터페이스 (UX/UI)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"심미성과 기능의 조화, Glassmorphism UI"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프리미엄 다크 테마와 세련된 애니메이션 적용.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모바일 친화적 인터페이스 및 직관적 버튼 배치 (AI 상담, 관심 등록 등).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배포 전략: 멀티 채널 접근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"고객이 있는 모든 곳에 AI가 있습니다."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GitHub/Netlify: 무료 고성능 웹 호스팅 활용.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비트나미(AWS): 안정적인 메인 서버 운영.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마케팅 연동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"온-오프라인을 잇는 QR 및 링크 시스템"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네이버 부동산 광고 내 AI 상세 페이지 링크 삽입.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오프라인 전단지 및 명함 내 QR 코드를 통한 즉각적인 챗봇 상담 유도.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고객 가치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"고객은 무엇을 얻는가?"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신속성: 기다림 없는 24시간 상담.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정확성: 데이터 기반의 객관적 매물 평가.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편의성: 복잡한 학군/입지 정보를 한눈에 파악.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미래 확장성: LLM 및 AI 에이전트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"단순 상담을 넘어 매칭 에이전트로"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대형 언어 모델(LLM) 결합을 통한 자연어 상담 고도화.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뉴스 및 정책 분석 기능을 추가하여 투자 전략 제시 기능 강화.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결론 및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"대치1동 부동산의 새로운 기준이 되겠습니다."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혁신적인 기술력과 입증된 전문성의 결합.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Contact: 롯데타워앤강남빌딩부동산중개(주) | 02-578-8285</a:t>
            </a:r>
          </a:p>
          <a:p>
            <a:pPr>
              <a:defRPr sz="1800" b="1">
                <a:solidFill>
                  <a:srgbClr val="E6E6E6"/>
                </a:solidFill>
              </a:defRPr>
            </a:pPr>
            <a:r>
              <a:t>---</a:t>
            </a:r>
          </a:p>
          <a:p>
            <a:pPr>
              <a:defRPr sz="1800" b="1">
                <a:solidFill>
                  <a:srgbClr val="E6E6E6"/>
                </a:solidFill>
              </a:defRPr>
            </a:pPr>
            <a:r>
              <a:t>&gt; [!NOTE]</a:t>
            </a:r>
          </a:p>
          <a:p>
            <a:pPr>
              <a:defRPr sz="1800" b="1">
                <a:solidFill>
                  <a:srgbClr val="E6E6E6"/>
                </a:solidFill>
              </a:defRPr>
            </a:pPr>
            <a:r>
              <a:t>&gt; 본 보고서의 내용은 현재 운영 중인 시스템의 실제 기능과 기술 아키텍처를 바탕으로 작성되었습니다.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